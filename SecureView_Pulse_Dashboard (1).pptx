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572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SecureView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9FF"/>
                </a:solidFill>
              </a:rPr>
              <a:t>Cyber Threat Intelligence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4572000" cy="36576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99BB"/>
                </a:solidFill>
              </a:rPr>
              <a:t>AI-Powered  ·  Real-Time Monitoring  ·  Integrated Security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0972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00C9FF"/>
                </a:solidFill>
              </a:rPr>
              <a:t>🛡️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783080" cy="34747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Threat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023360"/>
            <a:ext cx="1783080" cy="34747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0233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AI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023360"/>
            <a:ext cx="17830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40233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Pen 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023360"/>
            <a:ext cx="178308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0233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SIEM &amp; Forensics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Presented by: Cybersecurity Research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Full Coverage of the SecureView Pulse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3560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Need for centralized CTI 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7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7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Project Overview &amp; 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48839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Platform capabilities &amp; technologies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4144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414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77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Live Dashboard &amp; Threat 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63 threats | 7 critical | 22 high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4436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436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803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Analytics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Attack frequency, device targets, 24hr trend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4728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4728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AI Intelligence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6576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LLM-powered threat summary &amp; 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5020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502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8862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IP Agent — AI Chatbot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605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Natural language security query interface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5312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5312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891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Integrated Security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6344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Nmap, OpenVAS, Metasploit, Burp, ZAP, ELK...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5604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920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Nmap Scanner Deep Dive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663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Port scanning modes &amp; service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5896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5896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3949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Vulnerability Assessment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6692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OpenVAS &amp; Nikto — CVE and web auditing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6188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6188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897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Penetration Testing Suite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61722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Metasploit, SQLmap, John the Ripper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43560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4356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1371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SIEM, Forensics &amp; Log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16459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ELK, Splunk, Graylog, Autopsy, Volatility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1938527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1938527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187451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Data Pipeline &amp; 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2148839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Ingestion → Validation → PostgreSQL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44144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4414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2377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Dataset Attributes &amp; Overview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26517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40,000 records, 25 features explained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94436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294436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28803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Data Preprocessing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3154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Cleaning, encoding, feature engineering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44728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344728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33832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Network Traffic &amp; Protocol Analysis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36576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HTTP, DNS, TCP, UDP, ICMP breakdown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95020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39502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38862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Attack Signatures &amp; Response Matrix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41605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Patterns, severity &amp; action taken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45312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445312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43891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System Architecture Diagram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280" y="466344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4-layer platform architecture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495604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0" y="49560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48920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Key Findings &amp; Insights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51663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Critical patterns discovered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545896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545896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53949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Security Recommendations &amp; Future Roadmap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12280" y="56692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Next steps and roadmap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5961888"/>
            <a:ext cx="3474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0" y="596188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12280" y="5897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Conclusion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2280" y="61722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Summary &amp;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Why SecureView Pulse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🔴  Fragmented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Security teams use 10+ disconnected tools — no unified view leads to delayed threat response and missed correlations.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77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27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🟠  Reactive Security Posture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Traditional setups are reactive. Threats are detected after damage. No real-time AI-driven proactive alerting.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5577840" cy="54864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D00"/>
                </a:solidFill>
              </a:rPr>
              <a:t>🟡  Data Without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Raw logs and alerts pour in continuously but lack automated summarization, making triage slow and error-prone.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33756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337560"/>
            <a:ext cx="55778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447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🟢  Lack of Integrated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86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Pen testers, forensic analysts, and SOC teams each have separate workflows — no single platform connects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114300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4300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Solution: SecureView Pulse — A unified, AI-powered Cyber Threat Intelligence platform that combines real-time monitoring, integrated security tools, and LLM-driven analytics in a single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Project Overview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Platform capabilities and underlying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FF"/>
                </a:solidFill>
              </a:rP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Real-time threat detection &amp; alerting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AI-powered threat summarization (LLM)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Automated security recommendations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Geospatial attack vector visualization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Integrated offensive &amp; defensive tooling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Multi-source data ingestion (CSV/JSON/API)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PostgreSQL-backed threat history logging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Auto-block engine for critical threats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REST API &amp; Live API stream integration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RBAC-ready user authentication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</a:rPr>
              <a:t>Frontend: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965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React.js + Lucide Icons + Dark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95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Styling: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3957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Tailwind CSS + Custom Dark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25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Backend: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8254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Supabase / REST 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2552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Database: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5526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PostgreSQL (63 records live)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68503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AI Engine: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6850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LLM (OpenAI API) for summarization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</a:rPr>
              <a:t>Security Tools: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14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Nmap, OpenVAS, Metasploit, Burp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5445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</a:rPr>
              <a:t>SIEM: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544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ELK Stack, Splunk, Graylog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9743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Forensics: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9743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Autopsy, Volatility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404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Deployment: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4041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Lovable.app (cloud-hosted)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83387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9BB"/>
                </a:solidFill>
              </a:rPr>
              <a:t>Data Formats: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83387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CSV, JSON, REST, Live API stream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Real-time threat metrics and geospatial attack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56032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270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C00"/>
                </a:solidFill>
              </a:rPr>
              <a:t>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Total Threats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17320"/>
            <a:ext cx="256032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417320"/>
            <a:ext cx="256032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270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3B3B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Critical 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256032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270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C00"/>
                </a:solidFill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High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417320"/>
            <a:ext cx="256032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417320"/>
            <a:ext cx="25603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5270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96"/>
                </a:solidFill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Med / 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40"/>
            <a:ext cx="5303520" cy="3566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34640"/>
            <a:ext cx="530352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443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🌍  Geospatial Risk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Real-time simulated global attack overlay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Attack origins: China, UK, Nigeria, US, Brazil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Target IP mapping with severity color coding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Clickable event nodes for drill-down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Visual attack-path lines (arc-to-target)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834640"/>
            <a:ext cx="5943600" cy="3566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2834640"/>
            <a:ext cx="594360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9443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🚨  Recent Alert 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483864"/>
            <a:ext cx="777240" cy="2743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348386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Man-in-the-Middle · UK · 47.186.43.152 → Port 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032503"/>
            <a:ext cx="7772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03250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776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Zero-Day Exploit · Nigeria · 9.99.126.58 → Port 443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581144"/>
            <a:ext cx="7772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5811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526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DDoS Attack · UK · 29.70.221.207 → Port 3389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129784"/>
            <a:ext cx="777240" cy="274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512978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074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SQL Injection · Brazil · multiple targets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5678424"/>
            <a:ext cx="777240" cy="27432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567842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623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Port Scan · Unknown · internal segment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Analytics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Attack frequency, infrastructure targeting, and 24-hour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Attack Type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Phishing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048256"/>
            <a:ext cx="2926080" cy="237744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2048256"/>
            <a:ext cx="711037" cy="23774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933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</a:rPr>
              <a:t>24.3%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60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DDoS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715768"/>
            <a:ext cx="2926080" cy="237744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2715768"/>
            <a:ext cx="579363" cy="23774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66090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</a:rPr>
              <a:t>19.8%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SQL Injection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383280"/>
            <a:ext cx="2926080" cy="237744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383280"/>
            <a:ext cx="512063" cy="23774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3284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17.5%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95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Ransomware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050792"/>
            <a:ext cx="2926080" cy="237744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4050792"/>
            <a:ext cx="444764" cy="2377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9959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15.2%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XSS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718304"/>
            <a:ext cx="2926080" cy="237744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0" y="4718304"/>
            <a:ext cx="383316" cy="23774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13.1%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30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Zero-Day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5385816"/>
            <a:ext cx="2926080" cy="237744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11680" y="5385816"/>
            <a:ext cx="295534" cy="2377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330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10.1%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417320"/>
            <a:ext cx="5943600" cy="2331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Top Targeted 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▸  Web Servers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C00"/>
                </a:solidFill>
              </a:rPr>
              <a:t>32%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3134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▸  Mail 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313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C00"/>
                </a:solidFill>
              </a:rPr>
              <a:t>24%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26609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▸  Database Servers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660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C00"/>
                </a:solidFill>
              </a:rPr>
              <a:t>19%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30083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▸  IoT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008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C00"/>
                </a:solidFill>
              </a:rPr>
              <a:t>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3355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▸  End-User Machines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3355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8C00"/>
                </a:solidFill>
              </a:rPr>
              <a:t>10%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3931920"/>
            <a:ext cx="594360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52160" y="3931920"/>
            <a:ext cx="59436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0416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24-Hour Attack Volume Trend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6046470"/>
            <a:ext cx="658368" cy="21717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6263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00-04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31152" y="6133339"/>
            <a:ext cx="658368" cy="130301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1152" y="6263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04-08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81544" y="5655565"/>
            <a:ext cx="658368" cy="608075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1544" y="6263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08-12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31936" y="5481828"/>
            <a:ext cx="658368" cy="78181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1936" y="6263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12-16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82328" y="5742433"/>
            <a:ext cx="658368" cy="521207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82328" y="6263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16-20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32720" y="5872734"/>
            <a:ext cx="658368" cy="390906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32720" y="6263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20-24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AI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LLM-driven threat summarization and automated remediation playbooks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🤖  AI Summary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Auto-generates narrative threat intelligence from raw logs using LLMs.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Threat Distribution: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64008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Phishing  —  24.3%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64008" cy="29260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826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DDoS  —  19.8%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12464"/>
            <a:ext cx="64008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124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SQL Injection  —  17.5%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42232"/>
            <a:ext cx="64008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42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Zero-Day  —  10.1%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451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FF"/>
                </a:solidFill>
              </a:rPr>
              <a:t>Top Attacking Nations: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FF"/>
                </a:solidFill>
              </a:rPr>
              <a:t>China  ·  USA  ·  Brazil  ·  United Kingdom  ·  Nigeria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3B3B"/>
                </a:solidFill>
              </a:rPr>
              <a:t>Top Target:  Iran (critical infrastructure)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💡  AI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93852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Generates specific remediation playbooks per threat class.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542032"/>
            <a:ext cx="5303520" cy="6858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5694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▸ WAF / SQLi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88036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ModSecurity CRS; enforce parameterized queries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319272"/>
            <a:ext cx="5303520" cy="6858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3467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▸ Phishing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65760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Configure DMARC, SPF, and DKIM email auth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096511"/>
            <a:ext cx="5303520" cy="6858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12394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▸ DDoS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34839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BGP Flowspec rate limiting + Anycast scrubbing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873752"/>
            <a:ext cx="5303520" cy="6858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9011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▸ Ransomware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21208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Isolate segments; restore from immutable backups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650992"/>
            <a:ext cx="5303520" cy="6858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678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▸ Zero-Day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9893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Virtual patching via WAF pending vendor patch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IP Agent — AI Security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Natural language interface for threat analysis and incident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What is the IP Agent?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Integrated AI chatbot powered by LLM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Query the threat database in plain English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Generate server hardening checklists on demand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Explain specific attack incidents in context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Suggest remediation based on detected IOCs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No need for SQL or technical query syntax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Accessible from sidebar in one click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Sample Conversations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993392"/>
            <a:ext cx="685800" cy="27432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9339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93392"/>
            <a:ext cx="4754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066544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Show all critical threats from the last 24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044952"/>
            <a:ext cx="68580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04495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044952"/>
            <a:ext cx="4754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118104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Found 7 critical events. Top: Man-in-the-Middle from UK (47.186.43.152) targeting Port 80. DDoS from China targeting DNS. Zero-Day from Nigeria on Port 443.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096512"/>
            <a:ext cx="685800" cy="27432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096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096512"/>
            <a:ext cx="4754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169664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Generate a hardening checklist for our web servers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5148072"/>
            <a:ext cx="68580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514807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148072"/>
            <a:ext cx="4754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5221224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Web Server Hardening: 1) Disable unused HTTP methods  2) Set Content-Security-Policy headers  3) Enable ModSecurity WAF  4) Apply TLS 1.3 only  5) Rotate SSL certs every 90 days...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Integrated Security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All 10 industry-standard tools orchestrated within a single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1691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Vulnerability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OpenVAS — CVE scanning, network vulnerability audit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Nikto — Web server misconfiguration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5486400" cy="1691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54864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Metasploit — Exploit dev &amp; delivery framework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SQLmap — Automated SQL injection attacks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John the Ripper — Password hash cracking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1691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Web Application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Burp Suite — HTTP proxy &amp; web vulnerability scanner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OWASP ZAP — Automated web app security 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5486400" cy="1691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54864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SIEM &amp; Log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ELK Stack — Centralized log aggregation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Splunk — Real-time SIEM event analytics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Graylog — Open-source log management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530352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66360"/>
            <a:ext cx="53035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Nmap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Quick Scan · Full Scan · SYN Stealth · Service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166360"/>
            <a:ext cx="512064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166360"/>
            <a:ext cx="5120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Digital Forensics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669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Autopsy — Disk image &amp; evidence extraction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Volatility — Memory forensics &amp; malware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Nmap Scanner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Network reconnaissance and port scanning capabilities within SecureView 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783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FF"/>
                </a:solidFill>
              </a:rPr>
              <a:t>Quick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4767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Scans top 100 most common ports. Fast results (under 60 seconds). Ideal for rapid triage of unknown hosts.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577840" cy="1783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7784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Full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4767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Scans all 65,535 ports. Comprehensive coverage. Reveals non-standard services on high ports.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5577840" cy="1783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55778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SYN Stealth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1363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Half-open TCP scan — avoids completing the handshake. Evades basic firewalls. Faster than full connect.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383280"/>
            <a:ext cx="5577840" cy="1783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383280"/>
            <a:ext cx="5577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Service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1363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Identifies service name, version, and OS fingerprint. Essential for vulnerability mapping.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94960"/>
            <a:ext cx="11430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394960"/>
            <a:ext cx="114300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Input Options:  Target IP address  ·  CIDR range (e.g. 192.168.1.0/24)  ·  Hostname  · 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33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Output:  Open ports  ·  Service banners  ·  OS detection  ·  Latency  ·  Filtered vs closed 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Vulnerability Assessment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OpenVAS &amp; Nikto — CVE scanning and web server auditing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</a:rPr>
              <a:t>OpenVAS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Open Vulnerability Assessment System — industry-standard open-source CVE scanner.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Full network vulnerability scan against CVE database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Generates severity-graded reports (Critical/High/Medium/Low)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Supports authenticated and unauthenticated scans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Schedules automated periodic scans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Integrates with SIEM for alert correlation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Plugin-based: 80,000+ NVT (Network Vulnerability Tests)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Outputs: XML, PDF, HTML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Nikto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3852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Open-source web server scanner for dangerous files, outdated software, and misconfigurations.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87168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Scans for 6,700+ dangerous files and CGIs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Checks for outdated server components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Detects missing security headers (HSTS, CSP, X-Frame)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SSL/TLS misconfiguration detection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Identifies default credentials and files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Checks for directory traversal vulnerabilities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Fast scan with optional tuning flags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Penetration Testing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Metasploit, SQLmap &amp; John the Ripper — integrated exploit and audit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Metasploit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World's most used exploit framework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Contains 2,300+ modules (exploits, payloads, aux)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Supports staged &amp; stageless payloads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Meterpreter shell for post-exploitation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Automated pivoting and lateral movement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Integrates with Nmap for recon-to-exploit chain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Generates professional pentest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657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SQLmap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9659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Automated SQL injection detection and exploitation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Supports MySQL, Oracle, MSSQL, SQLite, PostgreSQL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Extracts databases, tables, columns, data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Boolean-based, time-based, union &amp; error injection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Tamper scripts to bypass WAF rules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OS shell access via SQL injection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CSV export of extracted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657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17320"/>
            <a:ext cx="365760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John the Ripper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659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Password hash audit and cracking tool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Supports MD5, SHA1, bcrypt, NTLM, LM, and more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Dictionary, brute-force and rule-based attacks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Identifies weak passwords across the organisation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Wordlist support (RockYou, custom)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Runs on CPU and GPU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Used for credential hygiene audits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SIEM, Forensics &amp; Log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ELK, Splunk, Graylog, Autopsy, Volatility — full investigation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11880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1188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ELK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CDDFF"/>
                </a:solidFill>
              </a:rPr>
              <a:t>  •  Elasticsearch: Distributed log search &amp; indexing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Logstash: Log ingestion &amp; transformation pipeline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Kibana: Interactive dashboards &amp; visualizations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Scales to millions of events per day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Correlation rules for threat hunting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611880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6118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Splunk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92024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CDDFF"/>
                </a:solidFill>
              </a:rPr>
              <a:t>  •  Enterprise SIEM with real-time event correlation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SPL query language for powerful log analysis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Hundreds of apps and add-ons (Splunkbase)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Threat intelligence feed integration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ML-based anomaly detection (MLTK)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611880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17320"/>
            <a:ext cx="361188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Graylog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20240"/>
            <a:ext cx="3429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CDDFF"/>
                </a:solidFill>
              </a:rPr>
              <a:t>  •  Open-source centralized log management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GELF protocol support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Role-based access to log streams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Highly scalable Elasticsearch backend</a:t>
            </a:r>
          </a:p>
          <a:p>
            <a:pPr algn="l"/>
            <a:r>
              <a:rPr sz="1000">
                <a:solidFill>
                  <a:srgbClr val="CCDDFF"/>
                </a:solidFill>
              </a:rPr>
              <a:t>  •  Alert pipelines with notification hooks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5303520" cy="2148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530352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Autopsy — Disk Forensics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Open-source digital forensics platform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Analyses disk images (E01, raw, VMDK)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Recovers deleted files &amp; browser history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Timeline analysis of filesystem activity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Hash-based evidence verification (MD5/SHA256)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4297680"/>
            <a:ext cx="5943600" cy="2148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4297680"/>
            <a:ext cx="5943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389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Volatility 3 — Memory Forensics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80060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DFF"/>
                </a:solidFill>
              </a:rPr>
              <a:t>  •  Analyses RAM dumps to detect malware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Extracts running processes, network connections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Detects process injection, DLL hiding techniques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Recovers encryption keys from memory</a:t>
            </a:r>
          </a:p>
          <a:p>
            <a:pPr algn="l"/>
            <a:r>
              <a:rPr sz="1100">
                <a:solidFill>
                  <a:srgbClr val="CCDDFF"/>
                </a:solidFill>
              </a:rPr>
              <a:t>  •  Supports Windows, Linux, macOS memory images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Data Pipeline &amp;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Multi-source ingestion pipeline feeding the PostgreSQL threat intelligence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Records: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40,000 network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Features: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688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25 attributes per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Time Period: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718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2020 –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Attack Types: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4747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Malware · DDoS · Intrusion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Protocols: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776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TCP · UDP · ICMP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Traffic: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805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HTTP · DNS · FTP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Severity: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9834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Low · Medium · High ·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86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Log Sources: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486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Server · Firewall · IDS/IPS · Router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5-Step Ingestion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993392"/>
            <a:ext cx="5486400" cy="71323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1993392"/>
            <a:ext cx="64008" cy="71323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039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</a:rPr>
              <a:t>1 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0391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CSV / JSON Upload  +  Live API 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70662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834640"/>
            <a:ext cx="5486400" cy="71323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2834640"/>
            <a:ext cx="64008" cy="7132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2  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880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Schema Validator · Normalizer · Deduplicator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547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675888"/>
            <a:ext cx="5486400" cy="71323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3675888"/>
            <a:ext cx="64008" cy="7132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721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3  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721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PostgreSQL Backend  (63 records live)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3891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517136"/>
            <a:ext cx="5486400" cy="71323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80760" y="4517136"/>
            <a:ext cx="64008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4562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4  ANALYSE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56285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AI Engine · Analytics · Dashboard Queries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230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358384"/>
            <a:ext cx="5486400" cy="71323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5358384"/>
            <a:ext cx="64008" cy="71323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5404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</a:rPr>
              <a:t>5  RESPOND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4041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Alerts · Auto-Block · 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Dataset Attributes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All 25 features of the cybersecurity_attacks.csv dataset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Features 1–13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Timestamp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Date &amp; time of the network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→ datetime64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Source / Dest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311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IP addresses of sender and receiver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31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(IPv4 string)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Source / Dest 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Network port numbers (1024-65535)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int64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44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944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Communication protocol: TCP/UDP/ICMP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44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00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Packet 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300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Size of packet in bytes (64–1500)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00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int64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Packet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Data, Control, or Acknowledgement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1421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Traffic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01421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HTTP, DNS, FTP traffic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01421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37083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Payload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370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Raw packet payload text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3708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(free text)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274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Malware Indicators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727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IoC Detected or None (50% missing)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727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84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Anomaly Scores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084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Risk score 0–100 (continuous)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084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float64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440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Alerts/Warnings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Alert Triggered, None (50% missing)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797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Attack 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797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Malware / DDoS / Intrusion (target var)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797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53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</a:rPr>
              <a:t>Attack Signature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6153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Known Pattern A, B, 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6153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1371600"/>
            <a:ext cx="576072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1371600"/>
            <a:ext cx="576072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</a:rPr>
              <a:t>Features 14–25 (incl. engineered)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1874519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Action Taken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1874519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Blocked / Logged / Ignored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187451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22585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Severity Level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2585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Low / Medium / High / Critical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22585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2642615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User Information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2642615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Name of associated user/entity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264261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(free text)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3026663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Device Information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026663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Browser/OS string of device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302666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(free text)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3410711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Network Segment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3410711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Segment A / B / C classification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341071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7947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Geo-location 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379476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City, State format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→ split to City+State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41788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Proxy Information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41788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Proxy IP if used (~50% missing)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4178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(IPv4 string)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456285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Firewall Logs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8120" y="456285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Log Data or NaN (~50% missing)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0" y="4562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494690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IDS/IPS Alerts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94690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Alert Data or NaN (~50% missing)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4946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53309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Log Source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18120" y="53309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Server / Firewall / Router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58400" y="5330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(categorical)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26480" y="57150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Year / Month / Day / Hour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8120" y="571500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Engineered from Timestamp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0" y="5715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int64 (feature eng.)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60990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FF"/>
                </a:solidFill>
              </a:rPr>
              <a:t>City / State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8120" y="60990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Engineered from Geo-location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0" y="6099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object (feature eng.)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Data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Cleaning, transformation and feature engineering on the 40K-record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1. Missing Value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47672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Fill NaN with 'None' sentinel string
• Malware Indicators: 20,000 missing (50%)
• Alerts/Warnings: 20,067 missing
• Proxy Information: 19,851 missing
• Firewall Logs: 19,961 missing
• IDS/IPS Alerts: 20,050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57784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7784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2. Data Type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47672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Convert string columns to proper types
• Timestamp: object → datetime64[ns]
  using pd.to_datetime()
• Enables temporal analysis &amp; groupby
• Validates date integrity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57784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55778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3. 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416552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Extract new dimensions from existing cols
• From Timestamp → Year, Month, Day, Hour
• From Geo-location → City, State columns
• Enables time-series &amp; regional analysis
• Increases feature space from 25 → 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886200"/>
            <a:ext cx="557784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55778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776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4. Label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416552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Encode categoricals for ML compatibility
• sklearn LabelEncoder applied to:
  Protocol, Attack Type, Severity Level,
  Action Taken, Traffic Type, Packet Type
• Preserves information without ordinal bias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400800"/>
            <a:ext cx="1143000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4190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40K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64190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190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25→31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64190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64190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64190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Cols Filled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4190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39" y="64190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Cols Encoded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641908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1908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</a:rPr>
              <a:t>Engineered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Network Traffic &amp; Protocol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Protocol distribution, traffic types and port exploitation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56616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Protocol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10896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057046" cy="2743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TCP  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Used in DDoS SYN floods, web attacks, Metasploit payloads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310896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025956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3931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UDP  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UDP floods, DNS amplification attacks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310896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025956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1947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ICMP  33%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Ping sweeps, smurf attacks, covert channels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417320"/>
            <a:ext cx="356616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1417320"/>
            <a:ext cx="356616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Traffic Type Breakdown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011680"/>
            <a:ext cx="310896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011680"/>
            <a:ext cx="1305763" cy="2743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359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HTTP  42%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743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Primary web attack vector - XSS, SQLi, Path traversal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429000"/>
            <a:ext cx="310896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429000"/>
            <a:ext cx="963777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7764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DNS  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DNS amplification, cache poisoning, tunnelling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846320"/>
            <a:ext cx="310896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846320"/>
            <a:ext cx="839419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51937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FTP  27%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5778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Brute force logins, anonymous access exploits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1417320"/>
            <a:ext cx="39319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1417320"/>
            <a:ext cx="3931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1508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Port Exploitation 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1938528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Port 80 (HTTP) — Most attacked (MitM, XSS)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Port 443 (HTTPS) — TLS exploitation, Zero-Days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Port 3389 (RDP) — DDoS, credential brute-force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Port 22 (SSH) — Password spraying attacks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Port 1433 (MSSQL) — SQL Injection attempts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Port range 1027–65535 — Randomised source ports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Source ports avg: 32,970  (std dev: 18,560)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Dest ports avg: 33,150  (std dev: 18,574)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Attack Signatures &amp; Response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Detected patterns, severities, and actions taken across 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Attack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630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% of 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11430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3B3B"/>
                </a:solidFill>
              </a:rPr>
              <a:t>Malware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03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Known Pattern A /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031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Low–High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Blocked, Logged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1031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33.3%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11430000" cy="621792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614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</a:rPr>
              <a:t>DDoS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7614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Known Pattern B /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614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Low–Critical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6148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Blocked, Ignored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7614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33.3%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82696"/>
            <a:ext cx="11430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198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FF"/>
                </a:solidFill>
              </a:rPr>
              <a:t>Intrusion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4198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Known Pattern A / B /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1985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Medium–Critical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1985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Blocked,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41985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33.4%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69080"/>
            <a:ext cx="530352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069080"/>
            <a:ext cx="53035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160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Severity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6177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Low: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4690872"/>
            <a:ext cx="32004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0" y="4690872"/>
            <a:ext cx="1600200" cy="21945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6177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~50%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05663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Medium: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5129783"/>
            <a:ext cx="32004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0" y="5129783"/>
            <a:ext cx="800100" cy="21945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056631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~25%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4955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</a:rPr>
              <a:t>High: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5568696"/>
            <a:ext cx="32004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0" y="5568696"/>
            <a:ext cx="480060" cy="219456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4955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</a:rPr>
              <a:t>~15%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93445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1F1F"/>
                </a:solidFill>
              </a:rPr>
              <a:t>Critical: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6007608"/>
            <a:ext cx="32004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0" y="6007608"/>
            <a:ext cx="320040" cy="219456"/>
          </a:xfrm>
          <a:prstGeom prst="rect">
            <a:avLst/>
          </a:prstGeom>
          <a:solidFill>
            <a:srgbClr val="F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593445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1F1F"/>
                </a:solidFill>
              </a:rPr>
              <a:t>~10%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4069080"/>
            <a:ext cx="594360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2160" y="4069080"/>
            <a:ext cx="5943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4160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Action Taken Distribution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617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Blocked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617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~38%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617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Actively stopped — firewall/IPS rule triggered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518464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Logged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1846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~32%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51846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Recorded for review — no immediate 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575157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</a:rPr>
              <a:t>Ignored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75157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</a:rPr>
              <a:t>~30%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5751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Missed or deprioritized — policy gap identified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System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Complete 4-layer platform architecture of SecureView 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325880"/>
            <a:ext cx="86868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325880"/>
            <a:ext cx="868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899BB"/>
                </a:solidFill>
              </a:rPr>
              <a:t>PRESENTATION
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2423160"/>
            <a:ext cx="86868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423160"/>
            <a:ext cx="868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899BB"/>
                </a:solidFill>
              </a:rPr>
              <a:t>APPLICATION
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3520440"/>
            <a:ext cx="86868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520440"/>
            <a:ext cx="868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899BB"/>
                </a:solidFill>
              </a:rPr>
              <a:t>SECURITY
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4617720"/>
            <a:ext cx="86868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617720"/>
            <a:ext cx="868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899BB"/>
                </a:solidFill>
              </a:rPr>
              <a:t>DATA
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1325880"/>
            <a:ext cx="246888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139903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FF"/>
                </a:solidFill>
              </a:rPr>
              <a:t>React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70992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Dark UI · Lucide Icons
Responsive Layout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1325880"/>
            <a:ext cx="246888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139903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FF"/>
                </a:solidFill>
              </a:rPr>
              <a:t>Top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70992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Dashboard · Analytics
AI Summary · AI Recs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1325880"/>
            <a:ext cx="246888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39903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FF"/>
                </a:solidFill>
              </a:rPr>
              <a:t>Sidebar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70992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IP Agent · Nmap
Core Tools ·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325880"/>
            <a:ext cx="246888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139903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FF"/>
                </a:solidFill>
              </a:rPr>
              <a:t>Geo Risk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170992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Leaflet / MapGL
Attack Vector Viz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2286000"/>
            <a:ext cx="1056132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3000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2423160"/>
            <a:ext cx="24688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249631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FF"/>
                </a:solidFill>
              </a:rPr>
              <a:t>AI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280720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LLM Narratives
Distribution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0" y="2423160"/>
            <a:ext cx="24688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3632" y="249631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FF"/>
                </a:solidFill>
              </a:rPr>
              <a:t>AI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280720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Remediation Plans
Playbook Gen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37960" y="2423160"/>
            <a:ext cx="24688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249631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FF"/>
                </a:solidFill>
              </a:rPr>
              <a:t>Analytics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80720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Charts · Trends
Frequency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2423160"/>
            <a:ext cx="246888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8592" y="249631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FF"/>
                </a:solidFill>
              </a:rPr>
              <a:t>IP Agent Chatbot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2807208"/>
            <a:ext cx="2377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NL Query Interface
Incident Explain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3383280"/>
            <a:ext cx="1056132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16152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Nmap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Quick/Full
SYN/Svc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59736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59736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32888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OpenVAS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05456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CVE Scan
NVT Tests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76472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6472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9624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Nikto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2192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Web Audit
Misconfig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93208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93208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66360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Metasploit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38928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Exploits
Payloads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9944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9944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83096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SQLmap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5664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SQLi Test
DB Extract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26679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26679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99831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Burp/ZAP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399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HTTP Proxy
Web Scan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43416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43416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16568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ELK/Splunk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89136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SIEM
Log Mgmt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360152" y="3520440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360152" y="3520440"/>
            <a:ext cx="12344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33304" y="35935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Autopsy/Vol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05872" y="3904488"/>
            <a:ext cx="1143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Forensics
Memory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3000" y="4480560"/>
            <a:ext cx="1056132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43000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43000" y="4617720"/>
            <a:ext cx="24688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16152" y="469087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CSV / JSON
Upload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88720" y="5001768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File Ingestion
Parser &amp; Validator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840480" y="4617720"/>
            <a:ext cx="24688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13632" y="469087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Live API Stream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86200" y="5001768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Real-time Feed
Configurable Refresh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37960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37960" y="4617720"/>
            <a:ext cx="24688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11112" y="469087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REST API Tester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5001768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Endpoint Test
Custom Payloads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235440" y="4617720"/>
            <a:ext cx="24688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08592" y="469087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PostgreSQL DB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81160" y="5001768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</a:rPr>
              <a:t>Attack History
63 Records Live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43000" y="5669280"/>
            <a:ext cx="10561320" cy="36576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43000" y="5724144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BB"/>
                </a:solidFill>
              </a:rPr>
              <a:t>Auto-Block Engine  ·  Alert Bus  ·  API Key Manager  ·  Settings Controller  ·  User Auth (RBAC)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Key Findings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Critical patterns discovered from dataset analysis and live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Attack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Malware 33% · DDoS 33% · Intrusion 34% — near-equal split across all major attack vectors suggesting broad threat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57784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77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Temporal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9280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Peak attacks during business hours (08:00–16:00 UTC). Overnight DDoS spikes driven by automated botnets targeting unmonitored windows.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557784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57784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Protocol Exploitation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TCP/UDP/ICMP equally targeted (≈33% each). HTTP dominates as entry vector at 42% — web applications are the primary attack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108960"/>
            <a:ext cx="557784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557784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Response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8444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38% blocked, 32% logged, 30% ignored — 30% ignore rate is a critical policy gap requiring immediate SOC process revision.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00600"/>
            <a:ext cx="557784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00600"/>
            <a:ext cx="557784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92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Severity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7608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50% Low severity, but 7 Critical + 22 High incidents requiring immediate escalation. Anomaly Scores (0–100) enable ML-based risk triage.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800600"/>
            <a:ext cx="557784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800600"/>
            <a:ext cx="5577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92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Geographic Hotspots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27608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50% of events lack Proxy Information — indicating widespread VPN/anonymizer use by threat actors to evade geo-attribution.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Security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Actionable security improvements derived from platform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B"/>
                </a:solidFill>
              </a:rPr>
              <a:t>Immediate (0–30 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Deploy WAF with ModSecurity CRS rules for SQLi and XSS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Configure DMARC + SPF + DKIM for all email domains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Patch all systems with known CVEs flagged by OpenVAS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Enable auto-block for all CRITICAL severity alerts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Audit all 'Ignored' events — revise SOC escalation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657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657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Short-term (30–90 days)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9659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Implement BGP Flowspec for DDoS rate limiting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Deploy Anycast scrubbing for volumetric attacks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Enable TLS 1.3 only — disable TLS 1.0/1.1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Deploy Endpoint Detection &amp; Response (EDR) on all hosts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Segment networks by criticality (Segments A/B/C isolation)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657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17320"/>
            <a:ext cx="36576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Long-term (90+ days)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659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Build ML model (XGBoost/Random Forest) for anomaly scoring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Implement SOAR for automated incident response workflows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Adopt Zero Trust Architecture across all network segments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Deploy immutable backup infrastructure for ransomware recovery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Establish threat intelligence sharing via STIX/TAXII standard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Conclusion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What was built, what was achieved,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Accomplished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DDFF"/>
                </a:solidFill>
              </a:rPr>
              <a:t>  •  Full-stack CTI dashboard (SecureView Pulse)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Real-time + static data ingestion pipeline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AI-powered threat summary &amp; recommendations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Integrated 10+ industry security tools in-platform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40,000-record dataset processed &amp; fully analyzed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Geospatial attack visualization (global map)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Auto-block engine for critical threat containment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REST API &amp; Live API stream integration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PostgreSQL-backed historical threat logging</a:t>
            </a:r>
          </a:p>
          <a:p>
            <a:pPr algn="l"/>
            <a:r>
              <a:rPr sz="1200">
                <a:solidFill>
                  <a:srgbClr val="CCDDFF"/>
                </a:solidFill>
              </a:rPr>
              <a:t>  •  IP Agent chatbot for NL security 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5943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</a:rPr>
              <a:t>Future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039112"/>
            <a:ext cx="8046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03911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Q2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020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ML-based anomaly detection (XGBoost/RF)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688336"/>
            <a:ext cx="804672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68833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6700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Deep packet inspection (Wireshark API)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337560"/>
            <a:ext cx="804672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33756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Q3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3192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SOAR workflow automation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986784"/>
            <a:ext cx="804672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98678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Q3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9684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Multi-tenant RBAC user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636008"/>
            <a:ext cx="804672" cy="2926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63600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Q4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6177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Mobile app (iOS/Android) for on-call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5285232"/>
            <a:ext cx="804672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28523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Q4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5266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STIX/TAXII threat intelligence sharing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5934456"/>
            <a:ext cx="804672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93445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Q1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59161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Federated learning for privacy-safe 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822960"/>
            <a:ext cx="2130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00C9FF"/>
                </a:solidFill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31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3756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9FF"/>
                </a:solidFill>
              </a:rPr>
              <a:t>SecureView Pulse — Cyber Threat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069080"/>
            <a:ext cx="4873752" cy="36576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5196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FF"/>
                </a:solidFill>
              </a:rPr>
              <a:t>https://secure-view-pulse.lovable.app/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920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